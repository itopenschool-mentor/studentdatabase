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8"/>
  </p:notesMasterIdLst>
  <p:sldIdLst>
    <p:sldId id="362" r:id="rId2"/>
    <p:sldId id="363" r:id="rId3"/>
    <p:sldId id="364" r:id="rId4"/>
    <p:sldId id="365" r:id="rId5"/>
    <p:sldId id="366" r:id="rId6"/>
    <p:sldId id="367" r:id="rId7"/>
  </p:sldIdLst>
  <p:sldSz cx="15544800" cy="8229600"/>
  <p:notesSz cx="9144000" cy="6858000"/>
  <p:defaultTextStyle>
    <a:defPPr>
      <a:defRPr lang="en-US"/>
    </a:defPPr>
    <a:lvl1pPr marL="0" algn="l" defTabSz="1358524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79262" algn="l" defTabSz="1358524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58524" algn="l" defTabSz="1358524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37786" algn="l" defTabSz="1358524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17048" algn="l" defTabSz="1358524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396310" algn="l" defTabSz="1358524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075572" algn="l" defTabSz="1358524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754834" algn="l" defTabSz="1358524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34096" algn="l" defTabSz="1358524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89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ssi Rakhra" initials="JR" lastIdx="1" clrIdx="0">
    <p:extLst>
      <p:ext uri="{19B8F6BF-5375-455C-9EA6-DF929625EA0E}">
        <p15:presenceInfo xmlns:p15="http://schemas.microsoft.com/office/powerpoint/2012/main" userId="5805d517d3278ce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A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199" autoAdjust="0"/>
  </p:normalViewPr>
  <p:slideViewPr>
    <p:cSldViewPr>
      <p:cViewPr varScale="1">
        <p:scale>
          <a:sx n="52" d="100"/>
          <a:sy n="52" d="100"/>
        </p:scale>
        <p:origin x="664" y="64"/>
      </p:cViewPr>
      <p:guideLst>
        <p:guide orient="horz" pos="2592"/>
        <p:guide pos="48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365DB9-86E4-4375-B2FC-BA28902FD60A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514350"/>
            <a:ext cx="485775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4A1E66-0026-49B1-BDB9-4B8BEDFF7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000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/>
          <p:cNvGrpSpPr/>
          <p:nvPr/>
        </p:nvGrpSpPr>
        <p:grpSpPr>
          <a:xfrm>
            <a:off x="0" y="-36572"/>
            <a:ext cx="15415260" cy="8267128"/>
            <a:chOff x="0" y="-30477"/>
            <a:chExt cx="9067800" cy="6889273"/>
          </a:xfrm>
        </p:grpSpPr>
        <p:cxnSp>
          <p:nvCxnSpPr>
            <p:cNvPr id="110" name="Straight Connector 109"/>
            <p:cNvCxnSpPr/>
            <p:nvPr/>
          </p:nvCxnSpPr>
          <p:spPr>
            <a:xfrm rot="16200000" flipH="1">
              <a:off x="-14478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 rot="16200000" flipH="1">
              <a:off x="-16383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rot="5400000">
              <a:off x="-14859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rot="5400000">
              <a:off x="-3238500" y="3314700"/>
              <a:ext cx="6858000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rot="16200000" flipH="1">
              <a:off x="-3314700" y="3314700"/>
              <a:ext cx="68580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rot="16200000" flipH="1">
              <a:off x="-1371600" y="2971800"/>
              <a:ext cx="6858000" cy="9144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/>
          </p:nvCxnSpPr>
          <p:spPr>
            <a:xfrm rot="16200000" flipH="1">
              <a:off x="-2819400" y="3200400"/>
              <a:ext cx="6858000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 rot="5400000">
              <a:off x="-2705099" y="3238500"/>
              <a:ext cx="6858000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 rot="16200000" flipH="1">
              <a:off x="-2133600" y="3200400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 rot="16200000" flipH="1">
              <a:off x="-3124200" y="3276600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/>
          </p:nvCxnSpPr>
          <p:spPr>
            <a:xfrm rot="16200000" flipH="1">
              <a:off x="-1828799" y="3352799"/>
              <a:ext cx="6858000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 rot="16200000" flipH="1">
              <a:off x="-28194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 rot="16200000" flipH="1">
              <a:off x="-2438400" y="3124200"/>
              <a:ext cx="6858000" cy="609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>
            <a:xfrm rot="5400000">
              <a:off x="-1731645" y="2722245"/>
              <a:ext cx="6858000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>
            <a:xfrm rot="5400000">
              <a:off x="-1142048" y="3277552"/>
              <a:ext cx="6858000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rot="5400000">
              <a:off x="-914400" y="3276600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>
            <a:xfrm rot="5400000">
              <a:off x="-1855470" y="3227070"/>
              <a:ext cx="6858000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rot="16200000" flipH="1">
              <a:off x="-2643187" y="3252788"/>
              <a:ext cx="6858000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 rot="16200000" flipH="1">
              <a:off x="-1954530" y="3326130"/>
              <a:ext cx="6858000" cy="20574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 rot="16200000" flipH="1">
              <a:off x="-23622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rot="16200000" flipH="1">
              <a:off x="-21336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rot="16200000" flipH="1">
              <a:off x="10668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rot="16200000" flipH="1">
              <a:off x="8763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rot="5400000">
              <a:off x="1028700" y="3238500"/>
              <a:ext cx="6858000" cy="3810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rot="5400000">
              <a:off x="-723900" y="3314700"/>
              <a:ext cx="6858000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rot="16200000" flipH="1">
              <a:off x="-800100" y="3314700"/>
              <a:ext cx="68580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/>
          </p:nvCxnSpPr>
          <p:spPr>
            <a:xfrm rot="5400000">
              <a:off x="-152400" y="3429000"/>
              <a:ext cx="6858000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/>
          </p:nvCxnSpPr>
          <p:spPr>
            <a:xfrm rot="16200000" flipH="1">
              <a:off x="-304800" y="3200400"/>
              <a:ext cx="6858000" cy="4572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/>
          </p:nvCxnSpPr>
          <p:spPr>
            <a:xfrm rot="5400000">
              <a:off x="-190499" y="3238500"/>
              <a:ext cx="6858000" cy="38100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rot="16200000" flipH="1">
              <a:off x="381000" y="3200400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rot="16200000" flipH="1">
              <a:off x="-609600" y="3276600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rot="16200000" flipH="1">
              <a:off x="685801" y="3352799"/>
              <a:ext cx="6858000" cy="152401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rot="16200000" flipH="1">
              <a:off x="-3048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rot="5400000">
              <a:off x="-1028700" y="3314700"/>
              <a:ext cx="6858000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rot="5400000">
              <a:off x="782955" y="2722245"/>
              <a:ext cx="6858000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/>
          </p:nvCxnSpPr>
          <p:spPr>
            <a:xfrm rot="5400000">
              <a:off x="1372552" y="3277552"/>
              <a:ext cx="6858000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/>
          </p:nvCxnSpPr>
          <p:spPr>
            <a:xfrm rot="5400000">
              <a:off x="16002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/>
          </p:nvCxnSpPr>
          <p:spPr>
            <a:xfrm rot="5400000">
              <a:off x="659130" y="3227070"/>
              <a:ext cx="6858000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rot="16200000" flipH="1">
              <a:off x="-128587" y="3252788"/>
              <a:ext cx="6858000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rot="16200000" flipH="1">
              <a:off x="560070" y="3326130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rot="16200000" flipH="1">
              <a:off x="1524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rot="16200000" flipH="1">
              <a:off x="3810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/>
          </p:nvCxnSpPr>
          <p:spPr>
            <a:xfrm rot="16200000" flipH="1">
              <a:off x="2743200" y="3352801"/>
              <a:ext cx="6858000" cy="15240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/>
          </p:nvCxnSpPr>
          <p:spPr>
            <a:xfrm rot="16200000" flipH="1">
              <a:off x="2095501" y="3238501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/>
          </p:nvCxnSpPr>
          <p:spPr>
            <a:xfrm rot="5400000">
              <a:off x="2705100" y="3238501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/>
          </p:nvCxnSpPr>
          <p:spPr>
            <a:xfrm rot="5400000">
              <a:off x="1828801" y="3276600"/>
              <a:ext cx="6857999" cy="3048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/>
            <p:nvPr/>
          </p:nvCxnSpPr>
          <p:spPr>
            <a:xfrm rot="16200000" flipH="1">
              <a:off x="1066800" y="3200402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/>
            <p:nvPr/>
          </p:nvCxnSpPr>
          <p:spPr>
            <a:xfrm rot="16200000" flipH="1">
              <a:off x="2362201" y="3352800"/>
              <a:ext cx="6858000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/>
            <p:nvPr/>
          </p:nvCxnSpPr>
          <p:spPr>
            <a:xfrm rot="5400000">
              <a:off x="2646045" y="2722246"/>
              <a:ext cx="6858000" cy="1413510"/>
            </a:xfrm>
            <a:prstGeom prst="line">
              <a:avLst/>
            </a:prstGeom>
            <a:ln>
              <a:solidFill>
                <a:schemeClr val="accent1">
                  <a:alpha val="5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/>
          </p:nvCxnSpPr>
          <p:spPr>
            <a:xfrm rot="5400000">
              <a:off x="3048952" y="3277553"/>
              <a:ext cx="6858000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/>
            <p:nvPr/>
          </p:nvCxnSpPr>
          <p:spPr>
            <a:xfrm rot="5400000">
              <a:off x="2895600" y="3276601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/>
            <p:cNvCxnSpPr/>
            <p:nvPr/>
          </p:nvCxnSpPr>
          <p:spPr>
            <a:xfrm rot="5400000">
              <a:off x="2388870" y="3227071"/>
              <a:ext cx="6858000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/>
          </p:nvCxnSpPr>
          <p:spPr>
            <a:xfrm rot="16200000" flipH="1">
              <a:off x="2236470" y="3326131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/>
            <p:nvPr/>
          </p:nvCxnSpPr>
          <p:spPr>
            <a:xfrm rot="16200000" flipH="1">
              <a:off x="1752600" y="3352801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/>
          </p:nvCxnSpPr>
          <p:spPr>
            <a:xfrm rot="16200000" flipH="1">
              <a:off x="19812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/>
          </p:nvCxnSpPr>
          <p:spPr>
            <a:xfrm rot="5400000">
              <a:off x="3467100" y="3314701"/>
              <a:ext cx="6858000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/>
            <p:cNvCxnSpPr/>
            <p:nvPr/>
          </p:nvCxnSpPr>
          <p:spPr>
            <a:xfrm rot="16200000" flipH="1">
              <a:off x="3467099" y="3314701"/>
              <a:ext cx="68580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/>
            <p:cNvCxnSpPr/>
            <p:nvPr/>
          </p:nvCxnSpPr>
          <p:spPr>
            <a:xfrm rot="5400000">
              <a:off x="4038600" y="3429001"/>
              <a:ext cx="6858000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/>
            <p:nvPr/>
          </p:nvCxnSpPr>
          <p:spPr>
            <a:xfrm rot="16200000" flipH="1">
              <a:off x="3886200" y="3200401"/>
              <a:ext cx="6858000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/>
            <p:nvPr/>
          </p:nvCxnSpPr>
          <p:spPr>
            <a:xfrm rot="5400000">
              <a:off x="4000501" y="3238501"/>
              <a:ext cx="6858000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/>
          </p:nvCxnSpPr>
          <p:spPr>
            <a:xfrm rot="16200000" flipH="1">
              <a:off x="4572000" y="3200401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/>
          </p:nvCxnSpPr>
          <p:spPr>
            <a:xfrm rot="16200000" flipH="1">
              <a:off x="37338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/>
            <p:cNvCxnSpPr/>
            <p:nvPr/>
          </p:nvCxnSpPr>
          <p:spPr>
            <a:xfrm rot="5400000">
              <a:off x="3619500" y="3314700"/>
              <a:ext cx="6858000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/>
          </p:nvCxnSpPr>
          <p:spPr>
            <a:xfrm rot="16200000" flipH="1">
              <a:off x="4214813" y="3252788"/>
              <a:ext cx="6858000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/>
            <p:cNvCxnSpPr/>
            <p:nvPr/>
          </p:nvCxnSpPr>
          <p:spPr>
            <a:xfrm rot="16200000" flipH="1">
              <a:off x="4751070" y="3326131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/>
          </p:nvCxnSpPr>
          <p:spPr>
            <a:xfrm rot="16200000" flipH="1">
              <a:off x="4343400" y="3352801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/>
            <p:nvPr/>
          </p:nvCxnSpPr>
          <p:spPr>
            <a:xfrm rot="16200000" flipH="1">
              <a:off x="4572000" y="3352801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/>
          </p:nvCxnSpPr>
          <p:spPr>
            <a:xfrm rot="16200000" flipH="1">
              <a:off x="5257800" y="3352802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/>
          </p:nvCxnSpPr>
          <p:spPr>
            <a:xfrm rot="16200000" flipH="1">
              <a:off x="5067300" y="3238502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/>
            <p:cNvCxnSpPr/>
            <p:nvPr/>
          </p:nvCxnSpPr>
          <p:spPr>
            <a:xfrm rot="5400000">
              <a:off x="5219700" y="3238502"/>
              <a:ext cx="6858000" cy="38100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/>
          </p:nvCxnSpPr>
          <p:spPr>
            <a:xfrm rot="16200000" flipH="1">
              <a:off x="4876801" y="3352801"/>
              <a:ext cx="6858000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/>
            <p:nvPr/>
          </p:nvCxnSpPr>
          <p:spPr>
            <a:xfrm rot="5400000">
              <a:off x="5527994" y="3318196"/>
              <a:ext cx="6888479" cy="191133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/>
          </p:nvCxnSpPr>
          <p:spPr>
            <a:xfrm rot="5400000">
              <a:off x="4850130" y="3227072"/>
              <a:ext cx="6858000" cy="40386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 rot="16200000" flipH="1">
              <a:off x="4751070" y="3326132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/>
            <p:nvPr/>
          </p:nvCxnSpPr>
          <p:spPr>
            <a:xfrm rot="5400000">
              <a:off x="5562599" y="3429001"/>
              <a:ext cx="6858002" cy="1588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/>
            <p:cNvCxnSpPr/>
            <p:nvPr/>
          </p:nvCxnSpPr>
          <p:spPr>
            <a:xfrm rot="5400000">
              <a:off x="2552700" y="3390900"/>
              <a:ext cx="6858000" cy="76200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/>
            <p:cNvCxnSpPr/>
            <p:nvPr/>
          </p:nvCxnSpPr>
          <p:spPr>
            <a:xfrm rot="16200000" flipH="1">
              <a:off x="3048000" y="3352800"/>
              <a:ext cx="6858000" cy="1524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/>
          </p:nvCxnSpPr>
          <p:spPr>
            <a:xfrm rot="16200000" flipH="1">
              <a:off x="3238500" y="3238500"/>
              <a:ext cx="6858000" cy="381000"/>
            </a:xfrm>
            <a:prstGeom prst="line">
              <a:avLst/>
            </a:prstGeom>
            <a:ln w="19050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/>
          </p:nvCxnSpPr>
          <p:spPr>
            <a:xfrm rot="5400000">
              <a:off x="2133600" y="3276600"/>
              <a:ext cx="6858000" cy="3048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/>
          </p:nvCxnSpPr>
          <p:spPr>
            <a:xfrm rot="16200000" flipH="1">
              <a:off x="3148013" y="3252789"/>
              <a:ext cx="6858000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/>
          </p:nvCxnSpPr>
          <p:spPr>
            <a:xfrm rot="5400000">
              <a:off x="37719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/>
          </p:nvCxnSpPr>
          <p:spPr>
            <a:xfrm rot="5400000">
              <a:off x="4229100" y="2933700"/>
              <a:ext cx="6858000" cy="990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/>
            <p:cNvCxnSpPr/>
            <p:nvPr/>
          </p:nvCxnSpPr>
          <p:spPr>
            <a:xfrm rot="16200000" flipH="1">
              <a:off x="1371600" y="3200403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4BFF7-0DA7-4356-9A4E-B6BDCD8E62E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26FE6-620B-4863-B4D0-0B7CB2997BA0}" type="slidenum">
              <a:rPr lang="en-US" smtClean="0"/>
              <a:t>‹#›</a:t>
            </a:fld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0" y="2286000"/>
            <a:ext cx="8420100" cy="37490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5852" tIns="67926" rIns="135852" bIns="67926"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grpSp>
        <p:nvGrpSpPr>
          <p:cNvPr id="94" name="Group 93"/>
          <p:cNvGrpSpPr/>
          <p:nvPr/>
        </p:nvGrpSpPr>
        <p:grpSpPr>
          <a:xfrm>
            <a:off x="0" y="2468880"/>
            <a:ext cx="8162370" cy="3385186"/>
            <a:chOff x="0" y="2057400"/>
            <a:chExt cx="4801394" cy="2820988"/>
          </a:xfrm>
        </p:grpSpPr>
        <p:cxnSp>
          <p:nvCxnSpPr>
            <p:cNvPr id="117" name="Straight Connector 116"/>
            <p:cNvCxnSpPr/>
            <p:nvPr/>
          </p:nvCxnSpPr>
          <p:spPr>
            <a:xfrm>
              <a:off x="0" y="2057400"/>
              <a:ext cx="4800600" cy="1588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/>
          </p:nvCxnSpPr>
          <p:spPr>
            <a:xfrm>
              <a:off x="0" y="4876800"/>
              <a:ext cx="4800600" cy="1588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rot="5400000">
              <a:off x="3391694" y="3467100"/>
              <a:ext cx="2818606" cy="794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" y="2556511"/>
            <a:ext cx="7513320" cy="1920392"/>
          </a:xfrm>
        </p:spPr>
        <p:txBody>
          <a:bodyPr anchor="b">
            <a:normAutofit/>
          </a:bodyPr>
          <a:lstStyle>
            <a:lvl1pPr algn="l">
              <a:defRPr sz="5300" b="1" cap="none" spc="59" baseline="0">
                <a:ln w="13335" cmpd="sng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8620" y="4480560"/>
            <a:ext cx="7513320" cy="1280160"/>
          </a:xfrm>
        </p:spPr>
        <p:txBody>
          <a:bodyPr>
            <a:normAutofit/>
          </a:bodyPr>
          <a:lstStyle>
            <a:lvl1pPr marL="0" indent="0" algn="l">
              <a:buNone/>
              <a:defRPr sz="3300">
                <a:solidFill>
                  <a:srgbClr val="FFFFFF"/>
                </a:solidFill>
              </a:defRPr>
            </a:lvl1pPr>
            <a:lvl2pPr marL="6792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585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377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170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963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075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754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340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4BFF7-0DA7-4356-9A4E-B6BDCD8E62E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26FE6-620B-4863-B4D0-0B7CB2997B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92"/>
          <p:cNvGrpSpPr/>
          <p:nvPr/>
        </p:nvGrpSpPr>
        <p:grpSpPr>
          <a:xfrm>
            <a:off x="3" y="-36574"/>
            <a:ext cx="15415258" cy="5815584"/>
            <a:chOff x="1" y="-30477"/>
            <a:chExt cx="9067799" cy="4526277"/>
          </a:xfrm>
        </p:grpSpPr>
        <p:cxnSp>
          <p:nvCxnSpPr>
            <p:cNvPr id="8" name="Straight Connector 7"/>
            <p:cNvCxnSpPr/>
            <p:nvPr/>
          </p:nvCxnSpPr>
          <p:spPr>
            <a:xfrm rot="16200000" flipH="1">
              <a:off x="-27166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6200000" flipH="1">
              <a:off x="-46216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rot="5400000">
              <a:off x="-30976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5400000">
              <a:off x="-2062365" y="2128112"/>
              <a:ext cx="4505731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H="1">
              <a:off x="-2138565" y="2128112"/>
              <a:ext cx="450573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16200000" flipH="1">
              <a:off x="-195465" y="1785212"/>
              <a:ext cx="4505731" cy="9144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6200000" flipH="1">
              <a:off x="-1643265" y="2013812"/>
              <a:ext cx="4505731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5400000">
              <a:off x="-1528964" y="2051912"/>
              <a:ext cx="4505731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H="1">
              <a:off x="-957465" y="2013812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6200000" flipH="1">
              <a:off x="-194806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6200000" flipH="1">
              <a:off x="-652664" y="2166211"/>
              <a:ext cx="4505731" cy="152401"/>
            </a:xfrm>
            <a:prstGeom prst="line">
              <a:avLst/>
            </a:prstGeom>
            <a:ln w="5715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16200000" flipH="1">
              <a:off x="-164326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H="1">
              <a:off x="-1790700" y="2019300"/>
              <a:ext cx="4495800" cy="4572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>
              <a:off x="-555510" y="1535657"/>
              <a:ext cx="4505731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5400000">
              <a:off x="34087" y="2090964"/>
              <a:ext cx="4505731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5400000">
              <a:off x="26173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rot="5400000">
              <a:off x="-679335" y="2040482"/>
              <a:ext cx="4505731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rot="16200000" flipH="1">
              <a:off x="-1467052" y="2066200"/>
              <a:ext cx="4505731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6200000" flipH="1">
              <a:off x="-77839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16200000" flipH="1">
              <a:off x="-118606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16200000" flipH="1">
              <a:off x="-95746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16200000" flipH="1">
              <a:off x="22429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16200000" flipH="1">
              <a:off x="205243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rot="5400000">
              <a:off x="2204835" y="2051912"/>
              <a:ext cx="4505731" cy="3810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452235" y="2128112"/>
              <a:ext cx="4505731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16200000" flipH="1">
              <a:off x="376035" y="2128112"/>
              <a:ext cx="450573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1023735" y="2242139"/>
              <a:ext cx="4505731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16200000" flipH="1">
              <a:off x="871335" y="2013812"/>
              <a:ext cx="4505731" cy="4572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985636" y="2051912"/>
              <a:ext cx="4505731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6200000" flipH="1">
              <a:off x="1557135" y="2013812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16200000" flipH="1">
              <a:off x="56653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16200000" flipH="1">
              <a:off x="1861936" y="2166211"/>
              <a:ext cx="4505731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16200000" flipH="1">
              <a:off x="8713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147435" y="2128112"/>
              <a:ext cx="4505731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1959090" y="1535657"/>
              <a:ext cx="4505731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2548687" y="2090964"/>
              <a:ext cx="4505731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27763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835265" y="2040482"/>
              <a:ext cx="4505731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16200000" flipH="1">
              <a:off x="1047548" y="2066200"/>
              <a:ext cx="4505731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16200000" flipH="1">
              <a:off x="173620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16200000" flipH="1">
              <a:off x="13285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16200000" flipH="1">
              <a:off x="15571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16200000" flipH="1">
              <a:off x="3919335" y="2166212"/>
              <a:ext cx="4505731" cy="152400"/>
            </a:xfrm>
            <a:prstGeom prst="line">
              <a:avLst/>
            </a:prstGeom>
            <a:ln w="5715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16200000" flipH="1">
              <a:off x="3271636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88123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004936" y="2090012"/>
              <a:ext cx="4505730" cy="3048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rot="16200000" flipH="1">
              <a:off x="2242935" y="2013813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16200000" flipH="1">
              <a:off x="3538336" y="2166212"/>
              <a:ext cx="4505731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3822180" y="1535657"/>
              <a:ext cx="4505731" cy="1413510"/>
            </a:xfrm>
            <a:prstGeom prst="line">
              <a:avLst/>
            </a:prstGeom>
            <a:ln>
              <a:solidFill>
                <a:schemeClr val="accent1">
                  <a:alpha val="5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4225087" y="2090965"/>
              <a:ext cx="4505731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407173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3565005" y="2040482"/>
              <a:ext cx="4505731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16200000" flipH="1">
              <a:off x="341260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rot="16200000" flipH="1">
              <a:off x="2928735" y="2166212"/>
              <a:ext cx="4505731" cy="152400"/>
            </a:xfrm>
            <a:prstGeom prst="line">
              <a:avLst/>
            </a:prstGeom>
            <a:ln w="5715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rot="16200000" flipH="1">
              <a:off x="30811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4643235" y="2128112"/>
              <a:ext cx="4505731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16200000" flipH="1">
              <a:off x="4643234" y="2128112"/>
              <a:ext cx="450573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5214735" y="2242140"/>
              <a:ext cx="4505731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16200000" flipH="1">
              <a:off x="5062335" y="2013812"/>
              <a:ext cx="4505731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5176636" y="2051912"/>
              <a:ext cx="4505731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16200000" flipH="1">
              <a:off x="5748135" y="2013813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16200000" flipH="1">
              <a:off x="49099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4795635" y="2128112"/>
              <a:ext cx="4505731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16200000" flipH="1">
              <a:off x="5390948" y="2066200"/>
              <a:ext cx="4505731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16200000" flipH="1">
              <a:off x="592720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rot="16200000" flipH="1">
              <a:off x="55195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rot="16200000" flipH="1">
              <a:off x="57481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rot="16200000" flipH="1">
              <a:off x="6433935" y="2166213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rot="16200000" flipH="1">
              <a:off x="6243435" y="2051913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rot="5400000">
              <a:off x="6395835" y="2051913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 rot="16200000" flipH="1">
              <a:off x="6052936" y="2166212"/>
              <a:ext cx="4505731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rot="5400000">
              <a:off x="6709356" y="2136834"/>
              <a:ext cx="4525755" cy="191133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rot="5400000">
              <a:off x="6026265" y="2040483"/>
              <a:ext cx="4505731" cy="40386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rot="16200000" flipH="1">
              <a:off x="5927205" y="2139543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rot="5400000">
              <a:off x="6738734" y="2242140"/>
              <a:ext cx="4505732" cy="1588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rot="5400000">
              <a:off x="3728835" y="2204312"/>
              <a:ext cx="4505731" cy="76200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 rot="16200000" flipH="1">
              <a:off x="4224135" y="2166212"/>
              <a:ext cx="4505731" cy="1524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 rot="16200000" flipH="1">
              <a:off x="4414635" y="2051912"/>
              <a:ext cx="4505731" cy="381000"/>
            </a:xfrm>
            <a:prstGeom prst="line">
              <a:avLst/>
            </a:prstGeom>
            <a:ln w="19050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rot="5400000">
              <a:off x="3309735" y="2090012"/>
              <a:ext cx="4505731" cy="3048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 rot="16200000" flipH="1">
              <a:off x="4324148" y="2066200"/>
              <a:ext cx="4505731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 rot="5400000">
              <a:off x="494803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rot="5400000">
              <a:off x="5405235" y="1747112"/>
              <a:ext cx="4505731" cy="990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 rot="16200000" flipH="1">
              <a:off x="2547735" y="2013814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Rectangle 93"/>
          <p:cNvSpPr/>
          <p:nvPr/>
        </p:nvSpPr>
        <p:spPr>
          <a:xfrm>
            <a:off x="0" y="5173402"/>
            <a:ext cx="15544800" cy="228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5852" tIns="67926" rIns="135852" bIns="67926"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cxnSp>
        <p:nvCxnSpPr>
          <p:cNvPr id="96" name="Straight Connector 95"/>
          <p:cNvCxnSpPr/>
          <p:nvPr/>
        </p:nvCxnSpPr>
        <p:spPr>
          <a:xfrm>
            <a:off x="0" y="5264841"/>
            <a:ext cx="15544800" cy="1906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0" y="7366056"/>
            <a:ext cx="15544800" cy="1906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6745637"/>
            <a:ext cx="14119860" cy="497579"/>
          </a:xfrm>
        </p:spPr>
        <p:txBody>
          <a:bodyPr anchor="t"/>
          <a:lstStyle>
            <a:lvl1pPr marL="0" indent="0">
              <a:buNone/>
              <a:defRPr sz="3000">
                <a:solidFill>
                  <a:srgbClr val="FFFFFF"/>
                </a:solidFill>
              </a:defRPr>
            </a:lvl1pPr>
            <a:lvl2pPr marL="679262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5852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37786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1704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39631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075572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754834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34096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5" name="Title 94"/>
          <p:cNvSpPr>
            <a:spLocks noGrp="1"/>
          </p:cNvSpPr>
          <p:nvPr>
            <p:ph type="title"/>
          </p:nvPr>
        </p:nvSpPr>
        <p:spPr>
          <a:xfrm>
            <a:off x="777240" y="5356282"/>
            <a:ext cx="1411986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4BFF7-0DA7-4356-9A4E-B6BDCD8E62E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91" name="Footer Placeholder 9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2" name="Slide Number Placeholder 9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26FE6-620B-4863-B4D0-0B7CB2997B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7240" y="1920240"/>
            <a:ext cx="6865620" cy="5431156"/>
          </a:xfrm>
        </p:spPr>
        <p:txBody>
          <a:bodyPr/>
          <a:lstStyle>
            <a:lvl1pPr>
              <a:defRPr sz="4200"/>
            </a:lvl1pPr>
            <a:lvl2pPr>
              <a:defRPr sz="3600"/>
            </a:lvl2pPr>
            <a:lvl3pPr>
              <a:defRPr sz="30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01940" y="1920240"/>
            <a:ext cx="6865620" cy="5431156"/>
          </a:xfrm>
        </p:spPr>
        <p:txBody>
          <a:bodyPr/>
          <a:lstStyle>
            <a:lvl1pPr>
              <a:defRPr sz="4200"/>
            </a:lvl1pPr>
            <a:lvl2pPr>
              <a:defRPr sz="3600"/>
            </a:lvl2pPr>
            <a:lvl3pPr>
              <a:defRPr sz="30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4BFF7-0DA7-4356-9A4E-B6BDCD8E62E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26FE6-620B-4863-B4D0-0B7CB2997B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842136"/>
            <a:ext cx="6868320" cy="767714"/>
          </a:xfrm>
        </p:spPr>
        <p:txBody>
          <a:bodyPr anchor="b"/>
          <a:lstStyle>
            <a:lvl1pPr marL="0" indent="0" algn="ctr">
              <a:buNone/>
              <a:defRPr sz="3600" b="1"/>
            </a:lvl1pPr>
            <a:lvl2pPr marL="679262" indent="0">
              <a:buNone/>
              <a:defRPr sz="3000" b="1"/>
            </a:lvl2pPr>
            <a:lvl3pPr marL="1358524" indent="0">
              <a:buNone/>
              <a:defRPr sz="2700" b="1"/>
            </a:lvl3pPr>
            <a:lvl4pPr marL="2037786" indent="0">
              <a:buNone/>
              <a:defRPr sz="2400" b="1"/>
            </a:lvl4pPr>
            <a:lvl5pPr marL="2717048" indent="0">
              <a:buNone/>
              <a:defRPr sz="2400" b="1"/>
            </a:lvl5pPr>
            <a:lvl6pPr marL="3396310" indent="0">
              <a:buNone/>
              <a:defRPr sz="2400" b="1"/>
            </a:lvl6pPr>
            <a:lvl7pPr marL="4075572" indent="0">
              <a:buNone/>
              <a:defRPr sz="2400" b="1"/>
            </a:lvl7pPr>
            <a:lvl8pPr marL="4754834" indent="0">
              <a:buNone/>
              <a:defRPr sz="2400" b="1"/>
            </a:lvl8pPr>
            <a:lvl9pPr marL="5434096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7240" y="2609850"/>
            <a:ext cx="6868320" cy="4741546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96543" y="1842136"/>
            <a:ext cx="6871018" cy="767714"/>
          </a:xfrm>
        </p:spPr>
        <p:txBody>
          <a:bodyPr anchor="b"/>
          <a:lstStyle>
            <a:lvl1pPr marL="0" indent="0" algn="ctr">
              <a:buNone/>
              <a:defRPr sz="3600" b="1"/>
            </a:lvl1pPr>
            <a:lvl2pPr marL="679262" indent="0">
              <a:buNone/>
              <a:defRPr sz="3000" b="1"/>
            </a:lvl2pPr>
            <a:lvl3pPr marL="1358524" indent="0">
              <a:buNone/>
              <a:defRPr sz="2700" b="1"/>
            </a:lvl3pPr>
            <a:lvl4pPr marL="2037786" indent="0">
              <a:buNone/>
              <a:defRPr sz="2400" b="1"/>
            </a:lvl4pPr>
            <a:lvl5pPr marL="2717048" indent="0">
              <a:buNone/>
              <a:defRPr sz="2400" b="1"/>
            </a:lvl5pPr>
            <a:lvl6pPr marL="3396310" indent="0">
              <a:buNone/>
              <a:defRPr sz="2400" b="1"/>
            </a:lvl6pPr>
            <a:lvl7pPr marL="4075572" indent="0">
              <a:buNone/>
              <a:defRPr sz="2400" b="1"/>
            </a:lvl7pPr>
            <a:lvl8pPr marL="4754834" indent="0">
              <a:buNone/>
              <a:defRPr sz="2400" b="1"/>
            </a:lvl8pPr>
            <a:lvl9pPr marL="5434096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96543" y="2609850"/>
            <a:ext cx="6871018" cy="4741546"/>
          </a:xfr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4BFF7-0DA7-4356-9A4E-B6BDCD8E62E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26FE6-620B-4863-B4D0-0B7CB2997B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4BFF7-0DA7-4356-9A4E-B6BDCD8E62E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26FE6-620B-4863-B4D0-0B7CB2997B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4BFF7-0DA7-4356-9A4E-B6BDCD8E62E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26FE6-620B-4863-B4D0-0B7CB2997B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0680" y="327660"/>
            <a:ext cx="9326880" cy="7023736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4BFF7-0DA7-4356-9A4E-B6BDCD8E62E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26FE6-620B-4863-B4D0-0B7CB2997BA0}" type="slidenum">
              <a:rPr lang="en-US" smtClean="0"/>
              <a:t>‹#›</a:t>
            </a:fld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0" y="1876349"/>
            <a:ext cx="4694530" cy="3975811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5852" tIns="67926" rIns="135852" bIns="67926"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 rot="5400000">
            <a:off x="2672247" y="3865408"/>
            <a:ext cx="3621024" cy="135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0" y="2055571"/>
            <a:ext cx="4507992" cy="1906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0" y="5680253"/>
            <a:ext cx="4507992" cy="1906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" y="2282342"/>
            <a:ext cx="4041648" cy="1645920"/>
          </a:xfrm>
        </p:spPr>
        <p:txBody>
          <a:bodyPr anchor="b">
            <a:normAutofit/>
          </a:bodyPr>
          <a:lstStyle>
            <a:lvl1pPr algn="l" defTabSz="1358524" rtl="0" eaLnBrk="1" latinLnBrk="0" hangingPunct="1">
              <a:spcBef>
                <a:spcPct val="0"/>
              </a:spcBef>
              <a:buNone/>
              <a:tabLst>
                <a:tab pos="5691179" algn="l"/>
              </a:tabLst>
              <a:defRPr lang="en-US" sz="3900" b="1" kern="1200" cap="none" spc="30" baseline="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9080" y="3928262"/>
            <a:ext cx="4041648" cy="1645920"/>
          </a:xfrm>
        </p:spPr>
        <p:txBody>
          <a:bodyPr>
            <a:normAutofit/>
          </a:bodyPr>
          <a:lstStyle>
            <a:lvl1pPr marL="0" indent="0">
              <a:buNone/>
              <a:defRPr sz="2700">
                <a:solidFill>
                  <a:srgbClr val="FFFFFF"/>
                </a:solidFill>
              </a:defRPr>
            </a:lvl1pPr>
            <a:lvl2pPr marL="679262" indent="0">
              <a:buNone/>
              <a:defRPr sz="1800"/>
            </a:lvl2pPr>
            <a:lvl3pPr marL="1358524" indent="0">
              <a:buNone/>
              <a:defRPr sz="1500"/>
            </a:lvl3pPr>
            <a:lvl4pPr marL="2037786" indent="0">
              <a:buNone/>
              <a:defRPr sz="1300"/>
            </a:lvl4pPr>
            <a:lvl5pPr marL="2717048" indent="0">
              <a:buNone/>
              <a:defRPr sz="1300"/>
            </a:lvl5pPr>
            <a:lvl6pPr marL="3396310" indent="0">
              <a:buNone/>
              <a:defRPr sz="1300"/>
            </a:lvl6pPr>
            <a:lvl7pPr marL="4075572" indent="0">
              <a:buNone/>
              <a:defRPr sz="1300"/>
            </a:lvl7pPr>
            <a:lvl8pPr marL="4754834" indent="0">
              <a:buNone/>
              <a:defRPr sz="1300"/>
            </a:lvl8pPr>
            <a:lvl9pPr marL="5434096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440680" y="457200"/>
            <a:ext cx="9456420" cy="6766560"/>
          </a:xfrm>
          <a:solidFill>
            <a:schemeClr val="bg2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/>
          <a:lstStyle>
            <a:lvl1pPr marL="0" indent="0">
              <a:buNone/>
              <a:defRPr sz="4800"/>
            </a:lvl1pPr>
            <a:lvl2pPr marL="679262" indent="0">
              <a:buNone/>
              <a:defRPr sz="4200"/>
            </a:lvl2pPr>
            <a:lvl3pPr marL="1358524" indent="0">
              <a:buNone/>
              <a:defRPr sz="3600"/>
            </a:lvl3pPr>
            <a:lvl4pPr marL="2037786" indent="0">
              <a:buNone/>
              <a:defRPr sz="3000"/>
            </a:lvl4pPr>
            <a:lvl5pPr marL="2717048" indent="0">
              <a:buNone/>
              <a:defRPr sz="3000"/>
            </a:lvl5pPr>
            <a:lvl6pPr marL="3396310" indent="0">
              <a:buNone/>
              <a:defRPr sz="3000"/>
            </a:lvl6pPr>
            <a:lvl7pPr marL="4075572" indent="0">
              <a:buNone/>
              <a:defRPr sz="3000"/>
            </a:lvl7pPr>
            <a:lvl8pPr marL="4754834" indent="0">
              <a:buNone/>
              <a:defRPr sz="3000"/>
            </a:lvl8pPr>
            <a:lvl9pPr marL="5434096" indent="0">
              <a:buNone/>
              <a:defRPr sz="3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4BFF7-0DA7-4356-9A4E-B6BDCD8E62E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26FE6-620B-4863-B4D0-0B7CB2997BA0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0" y="1876349"/>
            <a:ext cx="4694530" cy="3975811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5852" tIns="67926" rIns="135852" bIns="67926"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2672247" y="3865408"/>
            <a:ext cx="3621024" cy="135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0" y="2055571"/>
            <a:ext cx="4507992" cy="1906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0" y="5680253"/>
            <a:ext cx="4507992" cy="1906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262" y="2286000"/>
            <a:ext cx="4041648" cy="1645920"/>
          </a:xfrm>
        </p:spPr>
        <p:txBody>
          <a:bodyPr anchor="b">
            <a:normAutofit/>
          </a:bodyPr>
          <a:lstStyle>
            <a:lvl1pPr algn="l">
              <a:defRPr sz="3900" b="1" cap="none" spc="30" baseline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9080" y="3931920"/>
            <a:ext cx="4041648" cy="1645920"/>
          </a:xfrm>
        </p:spPr>
        <p:txBody>
          <a:bodyPr>
            <a:normAutofit/>
          </a:bodyPr>
          <a:lstStyle>
            <a:lvl1pPr marL="0" indent="0">
              <a:buNone/>
              <a:defRPr sz="2700">
                <a:solidFill>
                  <a:srgbClr val="FFFFFF"/>
                </a:solidFill>
              </a:defRPr>
            </a:lvl1pPr>
            <a:lvl2pPr marL="679262" indent="0">
              <a:buNone/>
              <a:defRPr sz="1800"/>
            </a:lvl2pPr>
            <a:lvl3pPr marL="1358524" indent="0">
              <a:buNone/>
              <a:defRPr sz="1500"/>
            </a:lvl3pPr>
            <a:lvl4pPr marL="2037786" indent="0">
              <a:buNone/>
              <a:defRPr sz="1300"/>
            </a:lvl4pPr>
            <a:lvl5pPr marL="2717048" indent="0">
              <a:buNone/>
              <a:defRPr sz="1300"/>
            </a:lvl5pPr>
            <a:lvl6pPr marL="3396310" indent="0">
              <a:buNone/>
              <a:defRPr sz="1300"/>
            </a:lvl6pPr>
            <a:lvl7pPr marL="4075572" indent="0">
              <a:buNone/>
              <a:defRPr sz="1300"/>
            </a:lvl7pPr>
            <a:lvl8pPr marL="4754834" indent="0">
              <a:buNone/>
              <a:defRPr sz="1300"/>
            </a:lvl8pPr>
            <a:lvl9pPr marL="5434096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4BFF7-0DA7-4356-9A4E-B6BDCD8E62E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26FE6-620B-4863-B4D0-0B7CB2997B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269980" y="329566"/>
            <a:ext cx="3497580" cy="70218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7240" y="329566"/>
            <a:ext cx="10233660" cy="70218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4BFF7-0DA7-4356-9A4E-B6BDCD8E62E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26FE6-620B-4863-B4D0-0B7CB2997B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89"/>
          <p:cNvSpPr/>
          <p:nvPr/>
        </p:nvSpPr>
        <p:spPr>
          <a:xfrm>
            <a:off x="253898" y="164592"/>
            <a:ext cx="15078456" cy="7900416"/>
          </a:xfrm>
          <a:prstGeom prst="rect">
            <a:avLst/>
          </a:prstGeom>
          <a:noFill/>
          <a:ln w="19050" cmpd="sng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5852" tIns="67926" rIns="135852" bIns="67926"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7240" y="329566"/>
            <a:ext cx="13990320" cy="1371600"/>
          </a:xfrm>
          <a:prstGeom prst="rect">
            <a:avLst/>
          </a:prstGeom>
        </p:spPr>
        <p:txBody>
          <a:bodyPr vert="horz" lIns="135852" tIns="67926" rIns="135852" bIns="67926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920240"/>
            <a:ext cx="13990320" cy="5431156"/>
          </a:xfrm>
          <a:prstGeom prst="rect">
            <a:avLst/>
          </a:prstGeom>
        </p:spPr>
        <p:txBody>
          <a:bodyPr vert="horz" lIns="135852" tIns="67926" rIns="135852" bIns="6792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" y="7574890"/>
            <a:ext cx="3627120" cy="438150"/>
          </a:xfrm>
          <a:prstGeom prst="rect">
            <a:avLst/>
          </a:prstGeom>
        </p:spPr>
        <p:txBody>
          <a:bodyPr vert="horz" lIns="135852" tIns="67926" rIns="135852" bIns="67926" rtlCol="0" anchor="ctr"/>
          <a:lstStyle>
            <a:lvl1pPr algn="l">
              <a:defRPr sz="1800">
                <a:solidFill>
                  <a:schemeClr val="tx2"/>
                </a:solidFill>
              </a:defRPr>
            </a:lvl1pPr>
          </a:lstStyle>
          <a:p>
            <a:fld id="{D444BFF7-0DA7-4356-9A4E-B6BDCD8E62E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12909" y="7574890"/>
            <a:ext cx="5918982" cy="438150"/>
          </a:xfrm>
          <a:prstGeom prst="rect">
            <a:avLst/>
          </a:prstGeom>
        </p:spPr>
        <p:txBody>
          <a:bodyPr vert="horz" lIns="135852" tIns="67926" rIns="135852" bIns="67926" rtlCol="0" anchor="ctr"/>
          <a:lstStyle>
            <a:lvl1pPr algn="ctr">
              <a:defRPr sz="18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40440" y="7574890"/>
            <a:ext cx="3627120" cy="438150"/>
          </a:xfrm>
          <a:prstGeom prst="rect">
            <a:avLst/>
          </a:prstGeom>
        </p:spPr>
        <p:txBody>
          <a:bodyPr vert="horz" lIns="135852" tIns="67926" rIns="135852" bIns="67926" rtlCol="0" anchor="ctr"/>
          <a:lstStyle>
            <a:lvl1pPr algn="r">
              <a:defRPr sz="1800">
                <a:solidFill>
                  <a:schemeClr val="tx2"/>
                </a:solidFill>
              </a:defRPr>
            </a:lvl1pPr>
          </a:lstStyle>
          <a:p>
            <a:fld id="{98A26FE6-620B-4863-B4D0-0B7CB2997BA0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58524" rtl="0" eaLnBrk="1" latinLnBrk="0" hangingPunct="1">
        <a:spcBef>
          <a:spcPct val="0"/>
        </a:spcBef>
        <a:buNone/>
        <a:tabLst>
          <a:tab pos="5691179" algn="l"/>
        </a:tabLst>
        <a:defRPr sz="5300" b="1" kern="1200" cap="none" spc="74">
          <a:ln w="13335" cmpd="sng">
            <a:solidFill>
              <a:schemeClr val="accent1">
                <a:lumMod val="50000"/>
              </a:schemeClr>
            </a:solidFill>
            <a:prstDash val="solid"/>
          </a:ln>
          <a:solidFill>
            <a:schemeClr val="accent6">
              <a:tint val="1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407557" indent="-407557" algn="l" defTabSz="1358524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3600" kern="1200">
          <a:solidFill>
            <a:schemeClr val="tx2"/>
          </a:solidFill>
          <a:latin typeface="+mn-lt"/>
          <a:ea typeface="+mn-ea"/>
          <a:cs typeface="+mn-cs"/>
        </a:defRPr>
      </a:lvl1pPr>
      <a:lvl2pPr marL="815114" indent="-271705" algn="l" defTabSz="1358524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358524" indent="-339631" algn="l" defTabSz="1358524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3000" kern="1200">
          <a:solidFill>
            <a:schemeClr val="tx2"/>
          </a:solidFill>
          <a:latin typeface="+mn-lt"/>
          <a:ea typeface="+mn-ea"/>
          <a:cs typeface="+mn-cs"/>
        </a:defRPr>
      </a:lvl3pPr>
      <a:lvl4pPr marL="1766081" indent="-339631" algn="l" defTabSz="1358524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173639" indent="-339631" algn="l" defTabSz="1358524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24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513270" indent="-271705" algn="l" defTabSz="1358524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2852901" indent="-271705" algn="l" defTabSz="1358524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3192532" indent="-271705" algn="l" defTabSz="1358524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3532163" indent="-271705" algn="l" defTabSz="1358524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8524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79262" algn="l" defTabSz="1358524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58524" algn="l" defTabSz="1358524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37786" algn="l" defTabSz="1358524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17048" algn="l" defTabSz="1358524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96310" algn="l" defTabSz="1358524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075572" algn="l" defTabSz="1358524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54834" algn="l" defTabSz="1358524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34096" algn="l" defTabSz="1358524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6886E-5A9B-FF52-1979-68E79470C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EF92E7-037C-7BEA-56E6-6AA0AF6C1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5544800" cy="8077200"/>
          </a:xfrm>
          <a:solidFill>
            <a:schemeClr val="bg2">
              <a:lumMod val="90000"/>
              <a:lumOff val="10000"/>
            </a:schemeClr>
          </a:solidFill>
          <a:ln>
            <a:noFill/>
          </a:ln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sz="6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Lucida Bright" panose="02040602050505020304" pitchFamily="18" charset="0"/>
              </a:rPr>
              <a:t>		</a:t>
            </a:r>
            <a:r>
              <a:rPr lang="en-US" sz="60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Lucida Bright" panose="02040602050505020304" pitchFamily="18" charset="0"/>
              </a:rPr>
              <a:t>Interview Questionnaire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Q1.</a:t>
            </a:r>
            <a:r>
              <a:rPr lang="en-US" sz="4000" dirty="0">
                <a:latin typeface="Lucida Bright" panose="02040602050505020304" pitchFamily="18" charset="0"/>
              </a:rPr>
              <a:t> Convert </a:t>
            </a:r>
            <a:r>
              <a:rPr lang="en-US" sz="4000" b="1" dirty="0">
                <a:latin typeface="Lucida Bright" panose="02040602050505020304" pitchFamily="18" charset="0"/>
              </a:rPr>
              <a:t>this list into a single list i.e.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            Flatten a Nested List</a:t>
            </a:r>
            <a:r>
              <a:rPr lang="en-US" sz="4000" dirty="0">
                <a:latin typeface="Lucida Bright" panose="02040602050505020304" pitchFamily="18" charset="0"/>
              </a:rPr>
              <a:t>: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dirty="0">
                <a:latin typeface="Lucida Bright" panose="02040602050505020304" pitchFamily="18" charset="0"/>
              </a:rPr>
              <a:t>		 </a:t>
            </a:r>
            <a:r>
              <a:rPr lang="en-US" sz="4000" b="1" dirty="0">
                <a:latin typeface="Lucida Bright" panose="02040602050505020304" pitchFamily="18" charset="0"/>
              </a:rPr>
              <a:t>data = [[1, 2], [3, 4], [5, 6]]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dirty="0">
                <a:latin typeface="Lucida Bright" panose="02040602050505020304" pitchFamily="18" charset="0"/>
              </a:rPr>
              <a:t>       </a:t>
            </a:r>
            <a:r>
              <a:rPr lang="en-US" sz="4000" b="1" u="sng" dirty="0">
                <a:latin typeface="Lucida Bright" panose="02040602050505020304" pitchFamily="18" charset="0"/>
              </a:rPr>
              <a:t>Expected Output</a:t>
            </a:r>
            <a:r>
              <a:rPr lang="en-US" sz="4000" dirty="0">
                <a:latin typeface="Lucida Bright" panose="02040602050505020304" pitchFamily="18" charset="0"/>
              </a:rPr>
              <a:t>: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dirty="0">
                <a:latin typeface="Lucida Bright" panose="02040602050505020304" pitchFamily="18" charset="0"/>
              </a:rPr>
              <a:t>		 </a:t>
            </a:r>
            <a:r>
              <a:rPr lang="en-US" sz="4000" b="1" dirty="0">
                <a:latin typeface="Lucida Bright" panose="02040602050505020304" pitchFamily="18" charset="0"/>
              </a:rPr>
              <a:t>[1, 2, 3, 4, 5, 6]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4000" dirty="0">
              <a:latin typeface="Lucida Bright" panose="020406020505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Q2.</a:t>
            </a:r>
            <a:r>
              <a:rPr lang="en-US" sz="4000" dirty="0">
                <a:latin typeface="Lucida Bright" panose="02040602050505020304" pitchFamily="18" charset="0"/>
              </a:rPr>
              <a:t> </a:t>
            </a:r>
            <a:r>
              <a:rPr lang="en-US" sz="4000" b="1" dirty="0">
                <a:latin typeface="Lucida Bright" panose="02040602050505020304" pitchFamily="18" charset="0"/>
              </a:rPr>
              <a:t>Extract Digits from a String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dirty="0">
                <a:latin typeface="Lucida Bright" panose="02040602050505020304" pitchFamily="18" charset="0"/>
              </a:rPr>
              <a:t>	 </a:t>
            </a:r>
            <a:r>
              <a:rPr lang="en-US" sz="4000" b="1" u="sng" dirty="0">
                <a:latin typeface="Lucida Bright" panose="02040602050505020304" pitchFamily="18" charset="0"/>
              </a:rPr>
              <a:t>Input</a:t>
            </a:r>
            <a:r>
              <a:rPr lang="en-US" sz="4000" dirty="0">
                <a:latin typeface="Lucida Bright" panose="02040602050505020304" pitchFamily="18" charset="0"/>
              </a:rPr>
              <a:t> :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dirty="0">
                <a:latin typeface="Lucida Bright" panose="02040602050505020304" pitchFamily="18" charset="0"/>
              </a:rPr>
              <a:t>		</a:t>
            </a:r>
            <a:r>
              <a:rPr lang="en-US" sz="4000" b="1" dirty="0">
                <a:latin typeface="Lucida Bright" panose="02040602050505020304" pitchFamily="18" charset="0"/>
              </a:rPr>
              <a:t>text = "a1b2c3d4“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	 </a:t>
            </a:r>
            <a:r>
              <a:rPr lang="en-US" sz="4000" b="1" u="sng" dirty="0">
                <a:latin typeface="Lucida Bright" panose="02040602050505020304" pitchFamily="18" charset="0"/>
              </a:rPr>
              <a:t>Expected Output</a:t>
            </a:r>
            <a:r>
              <a:rPr lang="en-US" sz="4000" dirty="0">
                <a:latin typeface="Lucida Bright" panose="02040602050505020304" pitchFamily="18" charset="0"/>
              </a:rPr>
              <a:t>: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		 ['1', '2', '3', '4']</a:t>
            </a:r>
          </a:p>
        </p:txBody>
      </p:sp>
    </p:spTree>
    <p:extLst>
      <p:ext uri="{BB962C8B-B14F-4D97-AF65-F5344CB8AC3E}">
        <p14:creationId xmlns:p14="http://schemas.microsoft.com/office/powerpoint/2010/main" val="1667415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3E71A-7F09-6502-E631-53297BBF5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AC552A-0234-EC04-5451-5E18D3037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5544800" cy="8077200"/>
          </a:xfrm>
          <a:solidFill>
            <a:schemeClr val="bg2">
              <a:lumMod val="90000"/>
              <a:lumOff val="10000"/>
            </a:schemeClr>
          </a:solidFill>
          <a:ln>
            <a:noFill/>
          </a:ln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Q3.</a:t>
            </a:r>
            <a:r>
              <a:rPr lang="en-US" sz="4000" dirty="0">
                <a:latin typeface="Lucida Bright" panose="02040602050505020304" pitchFamily="18" charset="0"/>
              </a:rPr>
              <a:t> </a:t>
            </a:r>
            <a:r>
              <a:rPr lang="en-US" sz="4000" b="1" dirty="0">
                <a:latin typeface="Lucida Bright" panose="02040602050505020304" pitchFamily="18" charset="0"/>
              </a:rPr>
              <a:t>Transpose a matrix </a:t>
            </a:r>
            <a:r>
              <a:rPr lang="en-US" sz="4000" dirty="0">
                <a:latin typeface="Lucida Bright" panose="02040602050505020304" pitchFamily="18" charset="0"/>
              </a:rPr>
              <a:t>using list comprehension.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       </a:t>
            </a:r>
            <a:r>
              <a:rPr lang="en-US" sz="4000" b="1" u="sng" dirty="0">
                <a:latin typeface="Lucida Bright" panose="02040602050505020304" pitchFamily="18" charset="0"/>
              </a:rPr>
              <a:t>Input</a:t>
            </a:r>
            <a:r>
              <a:rPr lang="en-US" sz="4000" b="1" dirty="0">
                <a:latin typeface="Lucida Bright" panose="02040602050505020304" pitchFamily="18" charset="0"/>
              </a:rPr>
              <a:t> :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fr-FR" sz="4000" b="1" dirty="0">
                <a:latin typeface="Lucida Bright" panose="02040602050505020304" pitchFamily="18" charset="0"/>
              </a:rPr>
              <a:t>	matrix = [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fr-FR" sz="4000" b="1" dirty="0">
                <a:latin typeface="Lucida Bright" panose="02040602050505020304" pitchFamily="18" charset="0"/>
              </a:rPr>
              <a:t>		    [1, 2, 3],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fr-FR" sz="4000" b="1" dirty="0">
                <a:latin typeface="Lucida Bright" panose="02040602050505020304" pitchFamily="18" charset="0"/>
              </a:rPr>
              <a:t>		    [4, 5, 6],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fr-FR" sz="4000" b="1" dirty="0">
                <a:latin typeface="Lucida Bright" panose="02040602050505020304" pitchFamily="18" charset="0"/>
              </a:rPr>
              <a:t>		    [7, 8, 9]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fr-FR" sz="4000" b="1" dirty="0">
                <a:latin typeface="Lucida Bright" panose="02040602050505020304" pitchFamily="18" charset="0"/>
              </a:rPr>
              <a:t>	]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       </a:t>
            </a:r>
            <a:r>
              <a:rPr lang="en-US" sz="4000" b="1" u="sng" dirty="0">
                <a:latin typeface="Lucida Bright" panose="02040602050505020304" pitchFamily="18" charset="0"/>
              </a:rPr>
              <a:t>Expected Output</a:t>
            </a:r>
            <a:r>
              <a:rPr lang="en-US" sz="4000" dirty="0">
                <a:latin typeface="Lucida Bright" panose="02040602050505020304" pitchFamily="18" charset="0"/>
              </a:rPr>
              <a:t>: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dirty="0">
                <a:latin typeface="Lucida Bright" panose="02040602050505020304" pitchFamily="18" charset="0"/>
              </a:rPr>
              <a:t> 	 [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dirty="0">
                <a:latin typeface="Lucida Bright" panose="02040602050505020304" pitchFamily="18" charset="0"/>
              </a:rPr>
              <a:t>	    [1, 4, 7],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dirty="0">
                <a:latin typeface="Lucida Bright" panose="02040602050505020304" pitchFamily="18" charset="0"/>
              </a:rPr>
              <a:t>	    [2, 5, 8],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dirty="0">
                <a:latin typeface="Lucida Bright" panose="02040602050505020304" pitchFamily="18" charset="0"/>
              </a:rPr>
              <a:t>	    [3, 6, 9]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dirty="0">
                <a:latin typeface="Lucida Bright" panose="02040602050505020304" pitchFamily="18" charset="0"/>
              </a:rPr>
              <a:t>	]</a:t>
            </a:r>
          </a:p>
        </p:txBody>
      </p:sp>
    </p:spTree>
    <p:extLst>
      <p:ext uri="{BB962C8B-B14F-4D97-AF65-F5344CB8AC3E}">
        <p14:creationId xmlns:p14="http://schemas.microsoft.com/office/powerpoint/2010/main" val="1365447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AE843-AA64-B850-900D-3899710CD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94CA40-8DCE-5541-5162-0406ABA5A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5544800" cy="8077200"/>
          </a:xfrm>
          <a:solidFill>
            <a:schemeClr val="bg2">
              <a:lumMod val="90000"/>
              <a:lumOff val="10000"/>
            </a:schemeClr>
          </a:solidFill>
          <a:ln>
            <a:noFill/>
          </a:ln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buNone/>
            </a:pPr>
            <a:endParaRPr lang="en-US" sz="4000" b="1" dirty="0">
              <a:latin typeface="Lucida Bright" panose="020406020505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Q4.</a:t>
            </a:r>
            <a:r>
              <a:rPr lang="en-US" sz="4000" dirty="0">
                <a:latin typeface="Lucida Bright" panose="02040602050505020304" pitchFamily="18" charset="0"/>
              </a:rPr>
              <a:t> </a:t>
            </a:r>
            <a:r>
              <a:rPr lang="en-US" sz="4000" b="1" u="sng" dirty="0">
                <a:latin typeface="Lucida Bright" panose="02040602050505020304" pitchFamily="18" charset="0"/>
              </a:rPr>
              <a:t>Remove duplicates</a:t>
            </a:r>
            <a:r>
              <a:rPr lang="en-US" sz="4000" dirty="0">
                <a:latin typeface="Lucida Bright" panose="02040602050505020304" pitchFamily="18" charset="0"/>
              </a:rPr>
              <a:t> using list comprehension.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dirty="0">
                <a:latin typeface="Lucida Bright" panose="02040602050505020304" pitchFamily="18" charset="0"/>
              </a:rPr>
              <a:t>      </a:t>
            </a:r>
            <a:r>
              <a:rPr lang="en-US" sz="4000" b="1" u="sng" dirty="0">
                <a:latin typeface="Lucida Bright" panose="02040602050505020304" pitchFamily="18" charset="0"/>
              </a:rPr>
              <a:t>Input</a:t>
            </a:r>
            <a:r>
              <a:rPr lang="en-US" sz="4000" dirty="0">
                <a:latin typeface="Lucida Bright" panose="02040602050505020304" pitchFamily="18" charset="0"/>
              </a:rPr>
              <a:t>: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dirty="0">
                <a:latin typeface="Lucida Bright" panose="02040602050505020304" pitchFamily="18" charset="0"/>
              </a:rPr>
              <a:t>	data = [1, 2, 2, 3, 4, 3, 5]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      </a:t>
            </a:r>
            <a:r>
              <a:rPr lang="en-US" sz="4000" b="1" u="sng" dirty="0">
                <a:latin typeface="Lucida Bright" panose="02040602050505020304" pitchFamily="18" charset="0"/>
              </a:rPr>
              <a:t>Expected Output</a:t>
            </a:r>
            <a:r>
              <a:rPr lang="en-US" sz="4000" dirty="0">
                <a:latin typeface="Lucida Bright" panose="02040602050505020304" pitchFamily="18" charset="0"/>
              </a:rPr>
              <a:t>: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dirty="0">
                <a:latin typeface="Lucida Bright" panose="02040602050505020304" pitchFamily="18" charset="0"/>
              </a:rPr>
              <a:t>	[1, 2, 3, 4, 5]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4000" dirty="0">
              <a:latin typeface="Lucida Bright" panose="020406020505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Q5</a:t>
            </a:r>
            <a:r>
              <a:rPr lang="en-US" sz="4000" dirty="0">
                <a:latin typeface="Lucida Bright" panose="02040602050505020304" pitchFamily="18" charset="0"/>
              </a:rPr>
              <a:t>. </a:t>
            </a:r>
            <a:r>
              <a:rPr lang="en-US" sz="4000" b="1" dirty="0">
                <a:latin typeface="Lucida Bright" panose="02040602050505020304" pitchFamily="18" charset="0"/>
              </a:rPr>
              <a:t>Double even numbers</a:t>
            </a:r>
            <a:r>
              <a:rPr lang="en-US" sz="4000" dirty="0">
                <a:latin typeface="Lucida Bright" panose="02040602050505020304" pitchFamily="18" charset="0"/>
              </a:rPr>
              <a:t>,</a:t>
            </a:r>
            <a:r>
              <a:rPr lang="en-US" sz="4000" i="1" dirty="0">
                <a:latin typeface="Lucida Bright" panose="02040602050505020304" pitchFamily="18" charset="0"/>
              </a:rPr>
              <a:t> keep</a:t>
            </a:r>
            <a:r>
              <a:rPr lang="en-US" sz="4000" dirty="0">
                <a:latin typeface="Lucida Bright" panose="02040602050505020304" pitchFamily="18" charset="0"/>
              </a:rPr>
              <a:t> </a:t>
            </a:r>
            <a:r>
              <a:rPr lang="en-US" sz="4000" b="1" dirty="0">
                <a:latin typeface="Lucida Bright" panose="02040602050505020304" pitchFamily="18" charset="0"/>
              </a:rPr>
              <a:t>odd numbers same.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dirty="0">
                <a:latin typeface="Lucida Bright" panose="02040602050505020304" pitchFamily="18" charset="0"/>
              </a:rPr>
              <a:t>      </a:t>
            </a:r>
            <a:r>
              <a:rPr lang="en-US" sz="4000" b="1" u="sng" dirty="0">
                <a:latin typeface="Lucida Bright" panose="02040602050505020304" pitchFamily="18" charset="0"/>
              </a:rPr>
              <a:t>Input</a:t>
            </a:r>
            <a:r>
              <a:rPr lang="en-US" sz="4000" dirty="0">
                <a:latin typeface="Lucida Bright" panose="02040602050505020304" pitchFamily="18" charset="0"/>
              </a:rPr>
              <a:t>: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dirty="0">
                <a:latin typeface="Lucida Bright" panose="02040602050505020304" pitchFamily="18" charset="0"/>
              </a:rPr>
              <a:t>	nums = [1, 2, 3, 4, 5]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      </a:t>
            </a:r>
            <a:r>
              <a:rPr lang="en-US" sz="4000" b="1" u="sng" dirty="0">
                <a:latin typeface="Lucida Bright" panose="02040602050505020304" pitchFamily="18" charset="0"/>
              </a:rPr>
              <a:t>Expected Output</a:t>
            </a:r>
            <a:r>
              <a:rPr lang="en-US" sz="4000" dirty="0">
                <a:latin typeface="Lucida Bright" panose="02040602050505020304" pitchFamily="18" charset="0"/>
              </a:rPr>
              <a:t>: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dirty="0">
                <a:latin typeface="Lucida Bright" panose="02040602050505020304" pitchFamily="18" charset="0"/>
              </a:rPr>
              <a:t>	[</a:t>
            </a:r>
            <a:r>
              <a:rPr lang="en-US" sz="4000" b="1" dirty="0">
                <a:latin typeface="Lucida Bright" panose="02040602050505020304" pitchFamily="18" charset="0"/>
              </a:rPr>
              <a:t>1, 4, 3, 8, 5</a:t>
            </a:r>
            <a:r>
              <a:rPr lang="en-US" sz="4000" dirty="0">
                <a:latin typeface="Lucida Bright" panose="02040602050505020304" pitchFamily="18" charset="0"/>
              </a:rPr>
              <a:t>]</a:t>
            </a:r>
            <a:endParaRPr lang="en-US" sz="4000" b="1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903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CFBF-785B-9A10-89FC-0A0C003B3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C3C7D0-A019-411B-C4D8-62C0B6DC7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5544800" cy="8077200"/>
          </a:xfrm>
          <a:solidFill>
            <a:schemeClr val="bg2">
              <a:lumMod val="90000"/>
              <a:lumOff val="10000"/>
            </a:schemeClr>
          </a:solidFill>
          <a:ln>
            <a:noFill/>
          </a:ln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Q6.</a:t>
            </a:r>
            <a:r>
              <a:rPr lang="en-US" sz="4000" dirty="0">
                <a:latin typeface="Lucida Bright" panose="02040602050505020304" pitchFamily="18" charset="0"/>
              </a:rPr>
              <a:t> </a:t>
            </a:r>
            <a:r>
              <a:rPr lang="en-US" sz="4000" b="1" dirty="0">
                <a:latin typeface="Lucida Bright" panose="02040602050505020304" pitchFamily="18" charset="0"/>
              </a:rPr>
              <a:t>Cartesian Product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       </a:t>
            </a:r>
            <a:r>
              <a:rPr lang="en-US" sz="4000" b="1" u="sng" dirty="0">
                <a:latin typeface="Lucida Bright" panose="02040602050505020304" pitchFamily="18" charset="0"/>
              </a:rPr>
              <a:t>Input</a:t>
            </a:r>
            <a:r>
              <a:rPr lang="en-US" sz="4000" b="1" dirty="0">
                <a:latin typeface="Lucida Bright" panose="02040602050505020304" pitchFamily="18" charset="0"/>
              </a:rPr>
              <a:t>: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dirty="0">
                <a:latin typeface="Lucida Bright" panose="02040602050505020304" pitchFamily="18" charset="0"/>
              </a:rPr>
              <a:t>	a = [1, 2]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dirty="0">
                <a:latin typeface="Lucida Bright" panose="02040602050505020304" pitchFamily="18" charset="0"/>
              </a:rPr>
              <a:t>	b = ['x', 'y’]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       </a:t>
            </a:r>
            <a:r>
              <a:rPr lang="en-US" sz="4000" b="1" u="sng" dirty="0">
                <a:latin typeface="Lucida Bright" panose="02040602050505020304" pitchFamily="18" charset="0"/>
              </a:rPr>
              <a:t>Expected Output</a:t>
            </a:r>
            <a:r>
              <a:rPr lang="en-US" sz="4000" b="1" dirty="0">
                <a:latin typeface="Lucida Bright" panose="02040602050505020304" pitchFamily="18" charset="0"/>
              </a:rPr>
              <a:t>: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	[(1, 'x'), (1, 'y'), (2, 'x'), (2, 'y’)]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4000" b="1" dirty="0">
              <a:latin typeface="Lucida Bright" panose="020406020505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Q7. Filter Words by Length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         Get words with length &gt; 3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       </a:t>
            </a:r>
            <a:r>
              <a:rPr lang="en-US" sz="4000" b="1" u="sng" dirty="0">
                <a:latin typeface="Lucida Bright" panose="02040602050505020304" pitchFamily="18" charset="0"/>
              </a:rPr>
              <a:t>Input</a:t>
            </a:r>
            <a:r>
              <a:rPr lang="en-US" sz="4000" b="1" dirty="0">
                <a:latin typeface="Lucida Bright" panose="02040602050505020304" pitchFamily="18" charset="0"/>
              </a:rPr>
              <a:t>: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dirty="0">
                <a:latin typeface="Lucida Bright" panose="02040602050505020304" pitchFamily="18" charset="0"/>
              </a:rPr>
              <a:t>	   words = ["hi", "hello", "cat", "python"]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       </a:t>
            </a:r>
            <a:r>
              <a:rPr lang="en-US" sz="4000" b="1" u="sng" dirty="0">
                <a:latin typeface="Lucida Bright" panose="02040602050505020304" pitchFamily="18" charset="0"/>
              </a:rPr>
              <a:t>Expected Output</a:t>
            </a:r>
            <a:r>
              <a:rPr lang="en-US" sz="4000" b="1" dirty="0">
                <a:latin typeface="Lucida Bright" panose="02040602050505020304" pitchFamily="18" charset="0"/>
              </a:rPr>
              <a:t>: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	   ['hello', 'python']</a:t>
            </a:r>
          </a:p>
        </p:txBody>
      </p:sp>
    </p:spTree>
    <p:extLst>
      <p:ext uri="{BB962C8B-B14F-4D97-AF65-F5344CB8AC3E}">
        <p14:creationId xmlns:p14="http://schemas.microsoft.com/office/powerpoint/2010/main" val="2334813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38F9E-C7EA-9184-D687-C73016783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74C841-9004-FE14-387F-8B33FE21B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5544800" cy="8077200"/>
          </a:xfrm>
          <a:solidFill>
            <a:schemeClr val="bg2">
              <a:lumMod val="90000"/>
              <a:lumOff val="10000"/>
            </a:schemeClr>
          </a:solidFill>
          <a:ln>
            <a:noFill/>
          </a:ln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Q8.</a:t>
            </a:r>
            <a:r>
              <a:rPr lang="en-US" sz="4000" dirty="0">
                <a:latin typeface="Lucida Bright" panose="02040602050505020304" pitchFamily="18" charset="0"/>
              </a:rPr>
              <a:t> </a:t>
            </a:r>
            <a:r>
              <a:rPr lang="en-US" sz="4000" b="1" dirty="0">
                <a:latin typeface="Lucida Bright" panose="02040602050505020304" pitchFamily="18" charset="0"/>
              </a:rPr>
              <a:t>Get numbers divisible by 2 AND 3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       </a:t>
            </a:r>
            <a:r>
              <a:rPr lang="en-US" sz="4000" b="1" u="sng" dirty="0">
                <a:latin typeface="Lucida Bright" panose="02040602050505020304" pitchFamily="18" charset="0"/>
              </a:rPr>
              <a:t>Input</a:t>
            </a:r>
            <a:r>
              <a:rPr lang="en-US" sz="4000" b="1" dirty="0">
                <a:latin typeface="Lucida Bright" panose="02040602050505020304" pitchFamily="18" charset="0"/>
              </a:rPr>
              <a:t>: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dirty="0">
                <a:latin typeface="Lucida Bright" panose="02040602050505020304" pitchFamily="18" charset="0"/>
              </a:rPr>
              <a:t>	  nums = range(1, 50)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       </a:t>
            </a:r>
            <a:r>
              <a:rPr lang="en-US" sz="4000" b="1" u="sng" dirty="0">
                <a:latin typeface="Lucida Bright" panose="02040602050505020304" pitchFamily="18" charset="0"/>
              </a:rPr>
              <a:t>Expected Output</a:t>
            </a:r>
            <a:r>
              <a:rPr lang="en-US" sz="4000" b="1" dirty="0">
                <a:latin typeface="Lucida Bright" panose="02040602050505020304" pitchFamily="18" charset="0"/>
              </a:rPr>
              <a:t>: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	[6, 12, 18, 24, 30, 36, 42, 48]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4000" b="1" dirty="0">
              <a:latin typeface="Lucida Bright" panose="020406020505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Q9. Create Dictionary from Two Lists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       </a:t>
            </a:r>
            <a:r>
              <a:rPr lang="en-US" sz="4000" b="1" u="sng" dirty="0">
                <a:latin typeface="Lucida Bright" panose="02040602050505020304" pitchFamily="18" charset="0"/>
              </a:rPr>
              <a:t>Input</a:t>
            </a:r>
            <a:r>
              <a:rPr lang="en-US" sz="4000" b="1" dirty="0">
                <a:latin typeface="Lucida Bright" panose="02040602050505020304" pitchFamily="18" charset="0"/>
              </a:rPr>
              <a:t>: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	</a:t>
            </a:r>
            <a:r>
              <a:rPr lang="en-US" sz="4000" dirty="0">
                <a:latin typeface="Lucida Bright" panose="02040602050505020304" pitchFamily="18" charset="0"/>
              </a:rPr>
              <a:t>keys = ['a', 'b', 'c’]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dirty="0">
                <a:latin typeface="Lucida Bright" panose="02040602050505020304" pitchFamily="18" charset="0"/>
              </a:rPr>
              <a:t>	values = [1, 2, 3]</a:t>
            </a:r>
            <a:r>
              <a:rPr lang="en-US" sz="4000" b="1" dirty="0">
                <a:latin typeface="Lucida Bright" panose="02040602050505020304" pitchFamily="18" charset="0"/>
              </a:rPr>
              <a:t>      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       </a:t>
            </a:r>
            <a:r>
              <a:rPr lang="en-US" sz="4000" b="1" u="sng" dirty="0">
                <a:latin typeface="Lucida Bright" panose="02040602050505020304" pitchFamily="18" charset="0"/>
              </a:rPr>
              <a:t>Expected Output</a:t>
            </a:r>
            <a:r>
              <a:rPr lang="en-US" sz="4000" b="1" dirty="0">
                <a:latin typeface="Lucida Bright" panose="02040602050505020304" pitchFamily="18" charset="0"/>
              </a:rPr>
              <a:t>: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	{“a” : 1, “b”: 2, “c”: 3}</a:t>
            </a:r>
          </a:p>
        </p:txBody>
      </p:sp>
    </p:spTree>
    <p:extLst>
      <p:ext uri="{BB962C8B-B14F-4D97-AF65-F5344CB8AC3E}">
        <p14:creationId xmlns:p14="http://schemas.microsoft.com/office/powerpoint/2010/main" val="3908322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21F3C-F77E-D423-72E6-4D1AD8F4A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3B191D-CEBD-29D2-876A-A12753A3D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5544800" cy="8077200"/>
          </a:xfrm>
          <a:solidFill>
            <a:schemeClr val="bg2">
              <a:lumMod val="90000"/>
              <a:lumOff val="10000"/>
            </a:schemeClr>
          </a:solidFill>
          <a:ln>
            <a:noFill/>
          </a:ln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buNone/>
            </a:pPr>
            <a:endParaRPr lang="en-US" sz="4000" b="1" dirty="0">
              <a:latin typeface="Lucida Bright" panose="020406020505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Q10.</a:t>
            </a:r>
            <a:r>
              <a:rPr lang="en-US" sz="4000" dirty="0">
                <a:latin typeface="Lucida Bright" panose="02040602050505020304" pitchFamily="18" charset="0"/>
              </a:rPr>
              <a:t> </a:t>
            </a:r>
            <a:r>
              <a:rPr lang="en-US" sz="4000" b="1" dirty="0">
                <a:latin typeface="Lucida Bright" panose="02040602050505020304" pitchFamily="18" charset="0"/>
              </a:rPr>
              <a:t>Find common elements between two lists.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       </a:t>
            </a:r>
            <a:r>
              <a:rPr lang="en-US" sz="4000" b="1" u="sng" dirty="0">
                <a:latin typeface="Lucida Bright" panose="02040602050505020304" pitchFamily="18" charset="0"/>
              </a:rPr>
              <a:t>Input</a:t>
            </a:r>
            <a:r>
              <a:rPr lang="en-US" sz="4000" b="1" dirty="0">
                <a:latin typeface="Lucida Bright" panose="02040602050505020304" pitchFamily="18" charset="0"/>
              </a:rPr>
              <a:t>: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4000" dirty="0">
                <a:latin typeface="Lucida Bright" panose="02040602050505020304" pitchFamily="18" charset="0"/>
              </a:rPr>
              <a:t>	a = [1, 2, 3, 4]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4000" dirty="0">
                <a:latin typeface="Lucida Bright" panose="02040602050505020304" pitchFamily="18" charset="0"/>
              </a:rPr>
              <a:t>	b = [3, 4, 5, 6]</a:t>
            </a:r>
            <a:r>
              <a:rPr lang="en-US" sz="4000" b="1" dirty="0">
                <a:latin typeface="Lucida Bright" panose="02040602050505020304" pitchFamily="18" charset="0"/>
              </a:rPr>
              <a:t>      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      </a:t>
            </a:r>
            <a:r>
              <a:rPr lang="en-US" sz="4000" b="1" u="sng" dirty="0">
                <a:latin typeface="Lucida Bright" panose="02040602050505020304" pitchFamily="18" charset="0"/>
              </a:rPr>
              <a:t>Expected Output</a:t>
            </a:r>
            <a:r>
              <a:rPr lang="en-US" sz="4000" b="1" dirty="0">
                <a:latin typeface="Lucida Bright" panose="02040602050505020304" pitchFamily="18" charset="0"/>
              </a:rPr>
              <a:t>: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4000" b="1" dirty="0">
                <a:latin typeface="Lucida Bright" panose="02040602050505020304" pitchFamily="18" charset="0"/>
              </a:rPr>
              <a:t>	[3, 4]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4000" b="1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253183"/>
      </p:ext>
    </p:extLst>
  </p:cSld>
  <p:clrMapOvr>
    <a:masterClrMapping/>
  </p:clrMapOvr>
</p:sld>
</file>

<file path=ppt/theme/theme1.xml><?xml version="1.0" encoding="utf-8"?>
<a:theme xmlns:a="http://schemas.openxmlformats.org/drawingml/2006/main" name="Thatch">
  <a:themeElements>
    <a:clrScheme name="Thatch">
      <a:dk1>
        <a:sysClr val="windowText" lastClr="000000"/>
      </a:dk1>
      <a:lt1>
        <a:sysClr val="window" lastClr="FFFFFF"/>
      </a:lt1>
      <a:dk2>
        <a:srgbClr val="1D3641"/>
      </a:dk2>
      <a:lt2>
        <a:srgbClr val="DFE6D0"/>
      </a:lt2>
      <a:accent1>
        <a:srgbClr val="759AA5"/>
      </a:accent1>
      <a:accent2>
        <a:srgbClr val="CFC60D"/>
      </a:accent2>
      <a:accent3>
        <a:srgbClr val="99987F"/>
      </a:accent3>
      <a:accent4>
        <a:srgbClr val="90AC97"/>
      </a:accent4>
      <a:accent5>
        <a:srgbClr val="FFAD1C"/>
      </a:accent5>
      <a:accent6>
        <a:srgbClr val="B9AB6F"/>
      </a:accent6>
      <a:hlink>
        <a:srgbClr val="66AACD"/>
      </a:hlink>
      <a:folHlink>
        <a:srgbClr val="809DB3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創英角ｺﾞｼｯｸUB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創英角ｺﾞｼｯｸUB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hade val="95000"/>
                <a:satMod val="200000"/>
              </a:schemeClr>
            </a:gs>
            <a:gs pos="53000">
              <a:schemeClr val="phClr">
                <a:shade val="60000"/>
                <a:satMod val="220000"/>
              </a:schemeClr>
            </a:gs>
            <a:gs pos="100000">
              <a:schemeClr val="phClr">
                <a:shade val="45000"/>
                <a:satMod val="22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3000"/>
                <a:shade val="97000"/>
                <a:satMod val="230000"/>
              </a:schemeClr>
            </a:gs>
            <a:gs pos="100000">
              <a:schemeClr val="phClr">
                <a:shade val="35000"/>
                <a:satMod val="250000"/>
              </a:schemeClr>
            </a:gs>
          </a:gsLst>
          <a:path path="circle">
            <a:fillToRect l="15000" t="50000" r="85000" b="6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Thatch</Template>
  <TotalTime>28627</TotalTime>
  <Words>504</Words>
  <Application>Microsoft Office PowerPoint</Application>
  <PresentationFormat>Custom</PresentationFormat>
  <Paragraphs>69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Lucida Bright</vt:lpstr>
      <vt:lpstr>Tw Cen MT</vt:lpstr>
      <vt:lpstr>Thatch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Parminder Singh</dc:creator>
  <cp:lastModifiedBy>LENOVO</cp:lastModifiedBy>
  <cp:revision>2546</cp:revision>
  <dcterms:created xsi:type="dcterms:W3CDTF">2022-02-20T12:22:45Z</dcterms:created>
  <dcterms:modified xsi:type="dcterms:W3CDTF">2026-03-28T15:51:20Z</dcterms:modified>
</cp:coreProperties>
</file>